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44652</c:v>
                </c:pt>
                <c:pt idx="1">
                  <c:v>44687</c:v>
                </c:pt>
                <c:pt idx="2">
                  <c:v>44713</c:v>
                </c:pt>
                <c:pt idx="3">
                  <c:v>44723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66-4E68-B31E-2E6715E29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496864"/>
        <c:axId val="176792496"/>
      </c:lineChart>
      <c:dateAx>
        <c:axId val="17949686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76792496"/>
        <c:crosses val="autoZero"/>
        <c:auto val="1"/>
        <c:lblOffset val="100"/>
        <c:baseTimeUnit val="days"/>
      </c:dateAx>
      <c:valAx>
        <c:axId val="176792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7949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AAA</c:v>
                </c:pt>
                <c:pt idx="1">
                  <c:v>BBB</c:v>
                </c:pt>
                <c:pt idx="2">
                  <c:v>CCC</c:v>
                </c:pt>
                <c:pt idx="3">
                  <c:v>DDD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A-417C-ABEC-7A553F436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F2B7-71DE-81CC-0BED-B3BBC3B08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185EE-340C-DFC4-9FA1-1E0D58B45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CDC1E-6D3A-274D-F8D1-21070435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1BFB6-9CF5-9E84-4335-5871C75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81F3D-BDBA-2E3A-68E3-ABCA4F32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319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39FC-1913-48DE-479B-BDAF86AA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56ACA-7D60-BC9B-4E1D-95BF1A87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27B71-91D9-7883-63B2-BD91B88C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D0775-84DF-7F1C-5A67-B719EA76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D681A-70FD-707F-0699-6AF49E86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29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E672-2C65-6B40-8C1E-C506B7C0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71829-BB3A-6944-2EAA-68C5D9DE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44742-90CB-B432-005D-3451D97D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D54F5-7C9E-5FC1-4C56-A2BBD883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7F1C3-65F9-7CD3-1692-B7D58B45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276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2C79-0BB9-362A-6220-6ECA33BF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4767F-05A3-D699-684B-C8BB3AE31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E80C4-410E-1E22-F57E-61BF2E8A0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9ECC-17F7-ADBE-16F6-B3185AAC3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E3544-B3F5-0965-EABF-A0D55EEC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E8789-1656-D7E3-D17A-674B3AF4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611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7FA2-E099-A84A-155D-417718755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667E7-9CD9-0437-60A6-DC0A99B0A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41E19-BE25-CA15-3204-403681CA6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B1E44-9175-1AF8-7652-8A9F1398C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B0E9B-9023-E8E7-C812-86C84A688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E8A02-3E65-6744-2AB8-E3977BA4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130F2-328B-C9EC-6E32-DAA2FA60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E753DF-63C3-3F59-9105-5D55CA62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961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E100-5009-A3C8-9BA4-39E95E48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186F1-CB47-BCB4-A48A-755E7BAF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E6690-3510-DDA9-BE91-D29CE121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FE684-2E2A-0F3F-B933-70D87567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447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7F487-0053-6CE1-B145-23D5BD48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6F35-4095-DBC6-F283-1AEFD76A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E4B2-F0F3-2155-97D3-D4CD2909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256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01B2-5011-1FB2-2F14-07281495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33A5D-063F-B6EA-21E5-B3BE8F0D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D47B5-9B08-62EC-0119-B6735E21F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187C5-85BD-AC83-F456-DCFB3017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EBE8D-4742-C6D3-0078-4F359BCE4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D56EC-2FD8-853E-DBC7-A1FD7FCE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826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B91B-6535-DFF0-828F-05630049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5B62A-8CD8-AAB2-3414-1A0B2A99C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A682E-D03C-8068-AB3B-576B2921C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CE6DB-1731-6EA1-894D-5C511D08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BC02B-CCEB-4CCD-3195-C1F300DB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EF582-D26D-0106-51C8-B6079EB2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413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0D14-3532-DB60-6C09-9A7A467A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52B3D-256C-3363-A2A9-830AE3D53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CF252-D00F-58DC-B16F-857A0D63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D44F4-C656-89CB-27DE-FF400F04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097BE-0BBE-BDE6-C930-01DD03A8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792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85E739-87CE-8B3F-CF81-B01C36A2F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22715-926E-E408-FEB3-0A8D6C9E6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DD84-EA9A-CB5A-CF33-2F95C616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56AB-D124-2B7E-0473-90B2BF4D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399A9-6AD5-05A4-7DB0-2617003E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637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DD4C8-35E0-E4EC-E7FD-94D681A5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24D7-D00C-DB43-C9B9-66887EFED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E5F7B-AE62-E624-7A34-82B342565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12.10.2026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D2C20-9EBF-9AA1-75D3-15EC2F50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3EE29-E9AC-27A1-AA40-9F9BE8B14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167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_T0">
            <a:extLst>
              <a:ext uri="{FF2B5EF4-FFF2-40B4-BE49-F238E27FC236}">
                <a16:creationId xmlns:a16="http://schemas.microsoft.com/office/drawing/2014/main" id="{7BDE98B4-F1EF-4793-E4BD-8B496308D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{{TITLE}}</a:t>
            </a:r>
          </a:p>
        </p:txBody>
      </p:sp>
      <p:sp>
        <p:nvSpPr>
          <p:cNvPr id="3" name="X_SUB">
            <a:extLst>
              <a:ext uri="{FF2B5EF4-FFF2-40B4-BE49-F238E27FC236}">
                <a16:creationId xmlns:a16="http://schemas.microsoft.com/office/drawing/2014/main" id="{36820E10-5502-2E0A-E5AB-A19A2F156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This is genereted on {{ASOF}}</a:t>
            </a:r>
          </a:p>
        </p:txBody>
      </p:sp>
    </p:spTree>
    <p:extLst>
      <p:ext uri="{BB962C8B-B14F-4D97-AF65-F5344CB8AC3E}">
        <p14:creationId xmlns:p14="http://schemas.microsoft.com/office/powerpoint/2010/main" val="177596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_T1">
            <a:extLst>
              <a:ext uri="{FF2B5EF4-FFF2-40B4-BE49-F238E27FC236}">
                <a16:creationId xmlns:a16="http://schemas.microsoft.com/office/drawing/2014/main" id="{87FC3DD2-0BCC-E630-F136-52AC8A1B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CHART</a:t>
            </a:r>
          </a:p>
        </p:txBody>
      </p:sp>
      <p:graphicFrame>
        <p:nvGraphicFramePr>
          <p:cNvPr id="6" name="X_CHART_A">
            <a:extLst>
              <a:ext uri="{FF2B5EF4-FFF2-40B4-BE49-F238E27FC236}">
                <a16:creationId xmlns:a16="http://schemas.microsoft.com/office/drawing/2014/main" id="{1BBA2FBC-695D-9EF6-CBDE-CAB100A6B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84299"/>
              </p:ext>
            </p:extLst>
          </p:nvPr>
        </p:nvGraphicFramePr>
        <p:xfrm>
          <a:off x="1185704" y="1690688"/>
          <a:ext cx="10168095" cy="4509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484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_T2">
            <a:extLst>
              <a:ext uri="{FF2B5EF4-FFF2-40B4-BE49-F238E27FC236}">
                <a16:creationId xmlns:a16="http://schemas.microsoft.com/office/drawing/2014/main" id="{8FC1B296-C70F-B915-51BA-7413CF39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AAA</a:t>
            </a:r>
          </a:p>
        </p:txBody>
      </p:sp>
      <p:graphicFrame>
        <p:nvGraphicFramePr>
          <p:cNvPr id="6" name="X_CHART_B">
            <a:extLst>
              <a:ext uri="{FF2B5EF4-FFF2-40B4-BE49-F238E27FC236}">
                <a16:creationId xmlns:a16="http://schemas.microsoft.com/office/drawing/2014/main" id="{2B3B7C55-CC6F-D5EB-90FB-3969F736E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60440"/>
              </p:ext>
            </p:extLst>
          </p:nvPr>
        </p:nvGraphicFramePr>
        <p:xfrm>
          <a:off x="2032000" y="2873829"/>
          <a:ext cx="3856334" cy="3264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0120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{{TITLE}}</vt:lpstr>
      <vt:lpstr>CHART</vt:lpstr>
      <vt:lpstr>AAA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 Ka</dc:creator>
  <cp:lastModifiedBy>Ko Ka</cp:lastModifiedBy>
  <cp:revision>1</cp:revision>
  <dcterms:created xsi:type="dcterms:W3CDTF">2026-10-12T18:40:54Z</dcterms:created>
  <dcterms:modified xsi:type="dcterms:W3CDTF">2026-10-12T18:41:18Z</dcterms:modified>
</cp:coreProperties>
</file>