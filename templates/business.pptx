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to {{customer}}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Prepared for {{customer}}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2026-10-05T17:43:06Z</dcterms:created>
  <dcterms:modified xsi:type="dcterms:W3CDTF">2026-10-05T17:43:06Z</dcterms:modified>
</cp:coreProperties>
</file>