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D-4490-ADFB-A28E50D3C5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4D-4490-ADFB-A28E50D3C5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XAXA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A1</c:v>
                </c:pt>
                <c:pt idx="1">
                  <c:v>A2</c:v>
                </c:pt>
                <c:pt idx="2">
                  <c:v>A3</c:v>
                </c:pt>
                <c:pt idx="3">
                  <c:v>A4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4D-4490-ADFB-A28E50D3C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65712"/>
        <c:axId val="2023372687"/>
      </c:lineChart>
      <c:catAx>
        <c:axId val="386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023372687"/>
        <c:crosses val="autoZero"/>
        <c:auto val="1"/>
        <c:lblAlgn val="ctr"/>
        <c:lblOffset val="100"/>
        <c:noMultiLvlLbl val="0"/>
      </c:catAx>
      <c:valAx>
        <c:axId val="202337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3865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to Acme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872A09-B2FE-F289-101E-F1EFF9F5C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280078"/>
              </p:ext>
            </p:extLst>
          </p:nvPr>
        </p:nvGraphicFramePr>
        <p:xfrm>
          <a:off x="745534" y="4610596"/>
          <a:ext cx="8128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741200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88385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568647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9112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6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6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30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189874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13529E7-ED2F-0F17-600F-8DEFFFA51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0368408"/>
              </p:ext>
            </p:extLst>
          </p:nvPr>
        </p:nvGraphicFramePr>
        <p:xfrm>
          <a:off x="745534" y="7065"/>
          <a:ext cx="4740866" cy="3297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 Ka</cp:lastModifiedBy>
  <cp:revision>2</cp:revision>
  <dcterms:created xsi:type="dcterms:W3CDTF">2026-10-05T17:43:06Z</dcterms:created>
  <dcterms:modified xsi:type="dcterms:W3CDTF">2026-10-05T18:20:37Z</dcterms:modified>
</cp:coreProperties>
</file>