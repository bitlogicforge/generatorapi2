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2" d="100"/>
          <a:sy n="112" d="100"/>
        </p:scale>
        <p:origin x="101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pl-PL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SSS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A1</c:v>
                </c:pt>
                <c:pt idx="1">
                  <c:v>A2</c:v>
                </c:pt>
                <c:pt idx="2">
                  <c:v>A3</c:v>
                </c:pt>
                <c:pt idx="3">
                  <c:v>A4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13</c:v>
                </c:pt>
                <c:pt idx="1">
                  <c:v>68</c:v>
                </c:pt>
                <c:pt idx="2">
                  <c:v>16</c:v>
                </c:pt>
                <c:pt idx="3">
                  <c:v>28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4E4D-4490-ADFB-A28E50D3C5B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AAA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A1</c:v>
                </c:pt>
                <c:pt idx="1">
                  <c:v>A2</c:v>
                </c:pt>
                <c:pt idx="2">
                  <c:v>A3</c:v>
                </c:pt>
                <c:pt idx="3">
                  <c:v>A4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92</c:v>
                </c:pt>
                <c:pt idx="1">
                  <c:v>84</c:v>
                </c:pt>
                <c:pt idx="2">
                  <c:v>85</c:v>
                </c:pt>
                <c:pt idx="3">
                  <c:v>69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4E4D-4490-ADFB-A28E50D3C5B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XAXA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A1</c:v>
                </c:pt>
                <c:pt idx="1">
                  <c:v>A2</c:v>
                </c:pt>
                <c:pt idx="2">
                  <c:v>A3</c:v>
                </c:pt>
                <c:pt idx="3">
                  <c:v>A4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61</c:v>
                </c:pt>
                <c:pt idx="1">
                  <c:v>10</c:v>
                </c:pt>
                <c:pt idx="2">
                  <c:v>73</c:v>
                </c:pt>
                <c:pt idx="3">
                  <c:v>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4E4D-4490-ADFB-A28E50D3C5B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3865712"/>
        <c:axId val="2023372687"/>
      </c:lineChart>
      <c:catAx>
        <c:axId val="38657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l-PL"/>
          </a:p>
        </c:txPr>
        <c:crossAx val="2023372687"/>
        <c:crosses val="autoZero"/>
        <c:auto val="1"/>
        <c:lblAlgn val="ctr"/>
        <c:lblOffset val="100"/>
        <c:noMultiLvlLbl val="0"/>
      </c:catAx>
      <c:valAx>
        <c:axId val="2023372687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l-PL"/>
          </a:p>
        </c:txPr>
        <c:crossAx val="386571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pl-PL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pl-PL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4163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Presenting to Acme Corporation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100">
            <a:extLst>
              <a:ext uri="{FF2B5EF4-FFF2-40B4-BE49-F238E27FC236}">
                <a16:creationId xmlns:a16="http://schemas.microsoft.com/office/drawing/2014/main" id="{07872A09-B2FE-F289-101E-F1EFF9F5CD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2127454"/>
              </p:ext>
            </p:extLst>
          </p:nvPr>
        </p:nvGraphicFramePr>
        <p:xfrm>
          <a:off x="745534" y="4610596"/>
          <a:ext cx="8128000" cy="148336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87412002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848838534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456864708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77911290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l-PL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/>
                        <a:t>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/>
                        <a:t>61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85699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l-PL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dirty="0"/>
                        <a:t>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dirty="0"/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45681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l-PL"/>
                        <a:t>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dirty="0"/>
                        <a:t>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dirty="0"/>
                        <a:t>73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53040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l-PL"/>
                        <a:t>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dirty="0"/>
                        <a:t>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dirty="0"/>
                        <a:t>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dirty="0"/>
                        <a:t>96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6189874"/>
                  </a:ext>
                </a:extLst>
              </a:tr>
            </a:tbl>
          </a:graphicData>
        </a:graphic>
      </p:graphicFrame>
      <p:graphicFrame>
        <p:nvGraphicFramePr>
          <p:cNvPr id="8" name="GGO">
            <a:extLst>
              <a:ext uri="{FF2B5EF4-FFF2-40B4-BE49-F238E27FC236}">
                <a16:creationId xmlns:a16="http://schemas.microsoft.com/office/drawing/2014/main" id="{D13529E7-ED2F-0F17-600F-8DEFFFA5133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859381432"/>
              </p:ext>
            </p:extLst>
          </p:nvPr>
        </p:nvGraphicFramePr>
        <p:xfrm>
          <a:off x="745534" y="7065"/>
          <a:ext cx="4740866" cy="329738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" name="TEXT_ME">
            <a:extLst>
              <a:ext uri="{FF2B5EF4-FFF2-40B4-BE49-F238E27FC236}">
                <a16:creationId xmlns:a16="http://schemas.microsoft.com/office/drawing/2014/main" id="{72AE51A0-7917-BB35-54C8-701679102832}"/>
              </a:ext>
            </a:extLst>
          </p:cNvPr>
          <p:cNvSpPr txBox="1"/>
          <p:nvPr/>
        </p:nvSpPr>
        <p:spPr>
          <a:xfrm>
            <a:off x="6182436" y="825690"/>
            <a:ext cx="34324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EXAMPLE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24</Words>
  <Application>Microsoft Office PowerPoint</Application>
  <PresentationFormat>Widescreen</PresentationFormat>
  <Paragraphs>20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3" baseType="lpstr">
      <vt:lpstr>Arial</vt:lpstr>
      <vt:lpstr>Office Theme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Ko Ka</cp:lastModifiedBy>
  <cp:revision>4</cp:revision>
  <dcterms:created xsi:type="dcterms:W3CDTF">2026-10-05T17:43:06Z</dcterms:created>
  <dcterms:modified xsi:type="dcterms:W3CDTF">2026-10-05T18:41:10Z</dcterms:modified>
</cp:coreProperties>
</file>