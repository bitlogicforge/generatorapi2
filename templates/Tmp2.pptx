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44652</c:v>
                </c:pt>
                <c:pt idx="1">
                  <c:v>44687</c:v>
                </c:pt>
                <c:pt idx="2">
                  <c:v>44713</c:v>
                </c:pt>
                <c:pt idx="3">
                  <c:v>44723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66-4E68-B31E-2E6715E29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496864"/>
        <c:axId val="176792496"/>
      </c:lineChart>
      <c:dateAx>
        <c:axId val="17949686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6792496"/>
        <c:crosses val="autoZero"/>
        <c:auto val="1"/>
        <c:lblOffset val="100"/>
        <c:baseTimeUnit val="days"/>
      </c:dateAx>
      <c:valAx>
        <c:axId val="17679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949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  <c:pt idx="3">
                  <c:v>DDD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A-417C-ABEC-7A553F436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585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21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0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111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912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724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623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36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2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49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821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62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832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105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67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765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98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7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929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890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882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208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4526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6917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538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739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479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0">
            <a:extLst>
              <a:ext uri="{FF2B5EF4-FFF2-40B4-BE49-F238E27FC236}">
                <a16:creationId xmlns:a16="http://schemas.microsoft.com/office/drawing/2014/main" id="{7BDE98B4-F1EF-4793-E4BD-8B496308D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{{TITLE}}</a:t>
            </a:r>
          </a:p>
        </p:txBody>
      </p:sp>
      <p:sp>
        <p:nvSpPr>
          <p:cNvPr id="3" name="X_SUB">
            <a:extLst>
              <a:ext uri="{FF2B5EF4-FFF2-40B4-BE49-F238E27FC236}">
                <a16:creationId xmlns:a16="http://schemas.microsoft.com/office/drawing/2014/main" id="{36820E10-5502-2E0A-E5AB-A19A2F156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This is genereted on {{ASOF}}</a:t>
            </a:r>
          </a:p>
        </p:txBody>
      </p:sp>
    </p:spTree>
    <p:extLst>
      <p:ext uri="{BB962C8B-B14F-4D97-AF65-F5344CB8AC3E}">
        <p14:creationId xmlns:p14="http://schemas.microsoft.com/office/powerpoint/2010/main" val="177596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1">
            <a:extLst>
              <a:ext uri="{FF2B5EF4-FFF2-40B4-BE49-F238E27FC236}">
                <a16:creationId xmlns:a16="http://schemas.microsoft.com/office/drawing/2014/main" id="{87FC3DD2-0BCC-E630-F136-52AC8A1B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CHART</a:t>
            </a:r>
          </a:p>
        </p:txBody>
      </p:sp>
      <p:graphicFrame>
        <p:nvGraphicFramePr>
          <p:cNvPr id="6" name="X_CHART_A">
            <a:extLst>
              <a:ext uri="{FF2B5EF4-FFF2-40B4-BE49-F238E27FC236}">
                <a16:creationId xmlns:a16="http://schemas.microsoft.com/office/drawing/2014/main" id="{1BBA2FBC-695D-9EF6-CBDE-CAB100A6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84299"/>
              </p:ext>
            </p:extLst>
          </p:nvPr>
        </p:nvGraphicFramePr>
        <p:xfrm>
          <a:off x="1185704" y="1690688"/>
          <a:ext cx="10168095" cy="4509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84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2">
            <a:extLst>
              <a:ext uri="{FF2B5EF4-FFF2-40B4-BE49-F238E27FC236}">
                <a16:creationId xmlns:a16="http://schemas.microsoft.com/office/drawing/2014/main" id="{8FC1B296-C70F-B915-51BA-7413CF39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AAA</a:t>
            </a:r>
          </a:p>
        </p:txBody>
      </p:sp>
      <p:graphicFrame>
        <p:nvGraphicFramePr>
          <p:cNvPr id="6" name="X_CHART_B">
            <a:extLst>
              <a:ext uri="{FF2B5EF4-FFF2-40B4-BE49-F238E27FC236}">
                <a16:creationId xmlns:a16="http://schemas.microsoft.com/office/drawing/2014/main" id="{2B3B7C55-CC6F-D5EB-90FB-3969F736E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60440"/>
              </p:ext>
            </p:extLst>
          </p:nvPr>
        </p:nvGraphicFramePr>
        <p:xfrm>
          <a:off x="2032000" y="2873829"/>
          <a:ext cx="3856334" cy="3264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0120063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</TotalTime>
  <Words>14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Haettenschweiler</vt:lpstr>
      <vt:lpstr>Trade Gothic Next Light</vt:lpstr>
      <vt:lpstr>Editorial</vt:lpstr>
      <vt:lpstr>{{TITLE}}</vt:lpstr>
      <vt:lpstr>CHART</vt:lpstr>
      <vt:lpstr>AAA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Ka</dc:creator>
  <cp:lastModifiedBy>Ko Ka</cp:lastModifiedBy>
  <cp:revision>2</cp:revision>
  <dcterms:created xsi:type="dcterms:W3CDTF">2026-10-12T18:40:54Z</dcterms:created>
  <dcterms:modified xsi:type="dcterms:W3CDTF">2026-10-12T18:42:03Z</dcterms:modified>
</cp:coreProperties>
</file>